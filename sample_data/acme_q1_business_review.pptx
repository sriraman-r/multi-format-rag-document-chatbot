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828800"/>
            <a:ext cx="10332720" cy="274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/>
            </a:pPr>
            <a:r>
              <a:t>Acme Retail - Q1 Business Review &amp; Performance Report</a:t>
            </a:r>
          </a:p>
          <a:p>
            <a:pPr>
              <a:defRPr sz="2000"/>
            </a:pPr>
            <a:r>
              <a:t>Executive Briefing for Board of Directors | Q1 Operational Review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914400"/>
            <a:ext cx="10332720" cy="5029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Q1 Regional Performance Highlights</a:t>
            </a:r>
          </a:p>
          <a:p>
            <a:pPr>
              <a:defRPr sz="1800"/>
            </a:pPr>
            <a:r>
              <a:t>• Executive Summary: Acme Retail reached $20.2M total revenue in Q1, surpassing overall targets by 2.4%.</a:t>
            </a:r>
          </a:p>
          <a:p>
            <a:pPr>
              <a:defRPr sz="1800"/>
            </a:pPr>
            <a:r>
              <a:t>• Top Performer: The South region achieved 105% of its Q1 target, generating $4.2M in total revenue against a $4.0M target.</a:t>
            </a:r>
          </a:p>
          <a:p>
            <a:pPr>
              <a:defRPr sz="1800"/>
            </a:pPr>
            <a:r>
              <a:t>• Software SaaS Growth: Retail ERP SaaS Pro achieved an outstanding 82% gross margin, contributing significantly to profitability.</a:t>
            </a:r>
          </a:p>
          <a:p>
            <a:pPr>
              <a:defRPr sz="1800"/>
            </a:pPr>
            <a:r>
              <a:t>• Key Challenges: North region faced supply chain delays, reaching 96.0% of target ($4.8M revenue vs $5.0M target).</a:t>
            </a:r>
          </a:p>
          <a:p>
            <a:pPr>
              <a:defRPr sz="1800"/>
            </a:pPr>
            <a:r>
              <a:t>• Retention Rate: Customer renewal rate reached 92% across all enterprise tier accounts.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914400"/>
            <a:ext cx="10332720" cy="5029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Q2 Strategic Growth Priorities</a:t>
            </a:r>
          </a:p>
          <a:p>
            <a:pPr>
              <a:defRPr sz="1800"/>
            </a:pPr>
            <a:r>
              <a:t>1. Expand Smart POS Kiosk installations in East and West regions.</a:t>
            </a:r>
          </a:p>
          <a:p>
            <a:pPr>
              <a:defRPr sz="1800"/>
            </a:pPr>
            <a:r>
              <a:t>1. Accelerate Retail ERP SaaS upsell to mid-market retail partners.</a:t>
            </a:r>
          </a:p>
          <a:p>
            <a:pPr>
              <a:defRPr sz="1800"/>
            </a:pPr>
            <a:r>
              <a:t>1. Target account renewal improvement in Central region with dedicated Customer Success Management.</a:t>
            </a:r>
          </a:p>
          <a:p>
            <a:pPr>
              <a:defRPr sz="1800"/>
            </a:pPr>
            <a:r>
              <a:t>1. Achieve $22.5M projected Q2 total revenue target across all 5 operational regions.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